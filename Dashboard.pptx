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4" d="100"/>
          <a:sy n="74" d="100"/>
        </p:scale>
        <p:origin x="3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1D27-FC38-F482-D785-1954F766D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53964-87EF-AA2D-2068-963FD1E0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DB55A-7ADD-88ED-A366-3A180B908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FE8AF-CC68-EF0A-EBD4-296C1C70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5953-0D34-59B1-A710-A16EB970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07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ED9A-5959-4D12-886E-F1F84E62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5DD26-2A6F-0B0D-EC1E-42EEAF858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E818C-F3AC-A778-9DA3-C6749860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C7A51-2076-B84C-4E89-7A87B2BC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429DE-1566-BFA1-1134-586EE00F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8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78E6-CEDF-E81E-3836-7A32099F5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62735-A813-5A20-F7DC-78256021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42F7F-A1BA-9760-8702-78FC561E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B525E-346F-E2AD-A9EB-E0A353A0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60488-E1F4-07BF-6DF6-0487744CE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7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51FF-F9A3-6A88-129E-C9184148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BC0A1-B491-A38B-CB4E-363688059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6CF90-57C3-492D-26F3-AFA99763E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C2E65-505A-BA70-70F8-E8E186ED7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39BE-0964-81C2-BFE6-25CA9B5E9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73F76-1A13-BB02-CB38-36EF9BC0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20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BD026-E78B-7331-3A3F-EC8DEBD8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D8904-3EA1-E760-6E7F-2320E2C06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ED3EA-C731-5527-A7CF-E1D7A9C14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81820-AAB8-A2AB-6873-D81E9AF66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DE6E2D-BACA-3902-A6A8-7ED7CA904C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D07239-8EA7-4896-F8C6-018B30D2F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0F383-BCF5-68C7-1EB8-095AAEA9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C3094-E09C-307F-9210-C765CA46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3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123FA-4D40-53B6-AE50-2AE218A7C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89D78A-68B0-2E23-9E8A-DB777832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C34BE-A0D7-1AE3-A746-C9B764D2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0E85C-5012-8AB5-9B31-6A5E0012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810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E8296-049D-A701-3E6A-9F7AD34F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3594A-A09E-E393-76EE-A36709582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BD027-A7B5-988F-D710-A812D597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22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340B-D878-E1D2-EAB4-C5EA3685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DBED-05A1-D965-267C-C8E6520D4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6E4B4-B371-D0AE-B32F-36BD8BFC2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951D6-14F9-7C98-8B4A-90EA76E21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DC40A-2EDA-CB56-2DFE-2E996577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13668-6192-0FA1-2C7C-20966A5A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06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D5CD-0C42-A196-A7D9-C2D77B4EB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74CFA-BCE1-6C5C-80EB-E4AF1B1706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E1C21-7686-7793-1D90-1D3F22229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0D2B7-B6AD-C7F3-790A-D44AFFA9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0DA8B-E27B-859E-F29A-7DF012BD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EBA6-E029-E212-04C9-C500C45B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54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1B94-22AE-9FB0-D26F-F8E050930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4A60C-3683-57A3-8180-604A6468F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05E04-6050-69FE-8E0E-9289958FA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D41BA-1F50-60C0-3A1D-B62E187A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8B533-8348-5F42-85D0-4BEA4D357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03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D2E5F-4A6E-5172-AF6F-7936A59FB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31FE0-1E1C-624D-A13D-9133A10C7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8A887-B64C-BEB1-CAAB-C65A39EC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3BC8F-A7A8-D1C9-B52E-CEE232AC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A0E8E-B451-B093-E960-2C0D9B4C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12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BC2BA9-4653-A4E1-28E9-ED2FF80E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9236A-0688-9644-39CA-EB26E3ED1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F67D2-A0AE-4BF1-CAD7-BDF18F1EB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00E78-D6F7-497A-AB77-3295A6DF0581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5FD2C-85A2-2C95-787A-842631053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98C78-B4D5-B45F-4CAF-E1D566145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D6F92-090F-433A-96C0-39F3D8554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96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6355-E0DF-9A3E-94DE-9891C3858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253E8-4648-336C-BFCD-899A1860A0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5B187E-EA5F-08A7-EF70-314D2A8D4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71"/>
            <a:ext cx="12128740" cy="680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3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9DEDB9-C21E-6ED4-0209-EC8209E3F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5" y="0"/>
            <a:ext cx="12288498" cy="687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8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C6C178-228C-8405-C8FA-1FEC01A07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0426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D1BE37-3404-5CD4-6524-329325CF0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28740" cy="694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4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580281-DF25-D2FF-3B5A-4E041B6B1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94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69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swetha</dc:creator>
  <cp:lastModifiedBy>swetha swetha</cp:lastModifiedBy>
  <cp:revision>1</cp:revision>
  <dcterms:created xsi:type="dcterms:W3CDTF">2026-07-27T12:29:44Z</dcterms:created>
  <dcterms:modified xsi:type="dcterms:W3CDTF">2026-07-27T12:30:35Z</dcterms:modified>
</cp:coreProperties>
</file>